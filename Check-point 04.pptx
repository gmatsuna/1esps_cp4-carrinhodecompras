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RS4GpwJUdstBXELhjSyOTlRCC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5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737" cy="398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2025 / versão 1</a:t>
            </a:r>
            <a:endParaRPr sz="2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casss-professo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Check-Point 04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E-commerce EcoTrend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8198" y="1373505"/>
            <a:ext cx="10515600" cy="531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Descrição:</a:t>
            </a:r>
            <a:r>
              <a:rPr lang="pt-BR" sz="21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Um e-commerce especializado em produtos sustentáveis e ecológicos, focado em promover um estilo de vida mais consciente e sustentável.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Tipos de produtos: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Roupas e acessórios sustentáveis;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Produtos de beleza e cuidados pessoais naturais;</a:t>
            </a:r>
            <a:endParaRPr sz="21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Itens para casa sustentáveis;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3288" marR="0" lvl="8" indent="-457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85"/>
              <a:buFont typeface="Arial"/>
              <a:buChar char="•"/>
            </a:pPr>
            <a:r>
              <a:rPr lang="pt-BR" sz="21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Tecnologia verde.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Objetivo: Implementar funcionalidades interativas no e-commerce </a:t>
            </a:r>
            <a:r>
              <a:rPr lang="pt-BR" sz="21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EcoTrend</a:t>
            </a:r>
            <a:r>
              <a:rPr lang="pt-BR" sz="21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, utilizando </a:t>
            </a:r>
            <a:r>
              <a:rPr lang="pt-BR" sz="21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r>
              <a:rPr lang="pt-BR" sz="21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para manipular o DOM, armazenar dados localmente, trabalhar com JSON.</a:t>
            </a:r>
            <a:endParaRPr sz="21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1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Componentes do Projeto</a:t>
            </a: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38200" y="1361713"/>
            <a:ext cx="10515598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1. Manipulação do DOM: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Carrinho de Compras Dinâmico:</a:t>
            </a: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Permitir que os usuários adicionem produtos ao carrinho, com atualizações instantâneas na página. Ao clicar no botão "Adicionar ao Carrinho", o produto é adicionado à lista do carrinho, exibida em uma sidebar ou modal.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 - Filtragem de Produtos:</a:t>
            </a: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Implementar um sistema de filtros dinâmicos (ex: por categoria, preço) que atualiza a exibição dos produtos sem recarregar a página.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pt-BR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2. Storage e JSON: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Persistência do Carrinho de Compras:</a:t>
            </a: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Utilizar o `localStorage` para salvar o estado do carrinho de compras, permitindo que os itens adicionados permaneçam mesmo após o usuário fechar e reabrir o navegador.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r>
              <a:rPr lang="pt-BR" sz="2000" b="1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- Carregamento de Produtos:</a:t>
            </a:r>
            <a:r>
              <a:rPr lang="pt-BR" sz="20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Carregar os dados dos produtos a partir de um arquivo JSON e exibi-los dinamicamente na página.</a:t>
            </a:r>
            <a:endParaRPr sz="2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Tarefas de Desenvolvimento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838199" y="1361713"/>
            <a:ext cx="10621491" cy="510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-"/>
            </a:pPr>
            <a:r>
              <a:rPr lang="pt-BR" sz="22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Integração de Produtos via JSON: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Carregar uma lista de produtos de um arquivo JSON e </a:t>
            </a:r>
            <a:r>
              <a:rPr lang="pt-BR" sz="2200" b="0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renderizar-los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na página.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-"/>
            </a:pPr>
            <a:r>
              <a:rPr lang="pt-BR" sz="22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Implementação de um Carrinho Persistente: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Utilizar `</a:t>
            </a:r>
            <a:r>
              <a:rPr lang="pt-BR" sz="2200" b="0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localStorage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` para que os produtos adicionados ao carrinho sejam mantidos entre sessões.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-"/>
            </a:pPr>
            <a:r>
              <a:rPr lang="pt-BR" sz="22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Manipulação de Eventos e </a:t>
            </a:r>
            <a:r>
              <a:rPr lang="pt-BR" sz="2200" b="1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Promises</a:t>
            </a:r>
            <a:r>
              <a:rPr lang="pt-BR" sz="2200" b="1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Implementar ações de compra e feedback ao usuário de forma assíncrona, usando `</a:t>
            </a:r>
            <a:r>
              <a:rPr lang="pt-BR" sz="2200" b="0" i="0" u="none" strike="noStrike" cap="none" dirty="0" err="1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promises</a:t>
            </a:r>
            <a:r>
              <a:rPr lang="pt-BR" sz="2200" b="0" i="0" u="none" strike="noStrike" cap="none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` para controlar o fluxo.</a:t>
            </a:r>
            <a:endParaRPr sz="2200" b="0" i="0" u="none" strike="noStrike" cap="none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Ferramentas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911860" y="1412875"/>
            <a:ext cx="10394315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Font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Awesome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ícones para web.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Google </a:t>
            </a: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Fonts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Biblioteca de fontes gratuitas.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Entrega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838200" y="1401000"/>
            <a:ext cx="10744200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r>
              <a:rPr lang="pt-BR" sz="2400" b="1" dirty="0">
                <a:solidFill>
                  <a:srgbClr val="171616"/>
                </a:solidFill>
              </a:rPr>
              <a:t>(opcional - não avaliativo)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gravar um vídeo mostrando a aplicação finalizada, postar no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Linkedin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e marcar o professor ;) </a:t>
            </a:r>
            <a:r>
              <a:rPr lang="pt-BR" sz="2400" b="0" i="0" u="sng" strike="noStrike" cap="none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descrição da aplicação.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Grupo de até 5 pessoas! </a:t>
            </a:r>
            <a:r>
              <a:rPr lang="pt-BR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Indiquem os nomes dos integrantes.</a:t>
            </a:r>
            <a:endParaRPr sz="2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Entregar link do repositório no </a:t>
            </a: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Teams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114" name="Google Shape;114;p6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aae3dd2f-11a6-431c-95ac-58c25c8bb93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688A95ED9C8C47AEA17B785247BF5A" ma:contentTypeVersion="4" ma:contentTypeDescription="Criar um novo documento." ma:contentTypeScope="" ma:versionID="24a032c6c9ace685cf1a14401ce674af">
  <xsd:schema xmlns:xsd="http://www.w3.org/2001/XMLSchema" xmlns:xs="http://www.w3.org/2001/XMLSchema" xmlns:p="http://schemas.microsoft.com/office/2006/metadata/properties" xmlns:ns2="aae3dd2f-11a6-431c-95ac-58c25c8bb93d" targetNamespace="http://schemas.microsoft.com/office/2006/metadata/properties" ma:root="true" ma:fieldsID="313cc458131ca5446e24beb9284cc8f5" ns2:_="">
    <xsd:import namespace="aae3dd2f-11a6-431c-95ac-58c25c8bb93d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3dd2f-11a6-431c-95ac-58c25c8bb93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474112-30D2-47D8-BBA4-7CD4D1346F80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aae3dd2f-11a6-431c-95ac-58c25c8bb93d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E8CB1F-6CFC-4C7A-B57C-D550D64411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B8DDFA-557E-4A5F-B65F-A9D1BAAB06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3dd2f-11a6-431c-95ac-58c25c8bb9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414</Words>
  <Application>Microsoft Office PowerPoint</Application>
  <PresentationFormat>Widescreen</PresentationFormat>
  <Paragraphs>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Personalizar design</vt:lpstr>
      <vt:lpstr>PowerPoint Presentation</vt:lpstr>
      <vt:lpstr>Engenharia de Software</vt:lpstr>
      <vt:lpstr>1. Check-Point 04</vt:lpstr>
      <vt:lpstr>E-commerce EcoTrend</vt:lpstr>
      <vt:lpstr>Componentes do Projeto</vt:lpstr>
      <vt:lpstr>Tarefas de Desenvolvimento</vt:lpstr>
      <vt:lpstr>Ferramentas</vt:lpstr>
      <vt:lpstr>Entrega</vt:lpstr>
      <vt:lpstr>Copyright © 2025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Allen Fernando Oberleitner Lima</dc:creator>
  <cp:lastModifiedBy>GILBERTO</cp:lastModifiedBy>
  <cp:revision>2</cp:revision>
  <dcterms:created xsi:type="dcterms:W3CDTF">2024-03-15T13:51:00Z</dcterms:created>
  <dcterms:modified xsi:type="dcterms:W3CDTF">2026-03-12T00:03:23Z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  <property fmtid="{D5CDD505-2E9C-101B-9397-08002B2CF9AE}" pid="4" name="ContentTypeId">
    <vt:lpwstr>0x01010048688A95ED9C8C47AEA17B785247BF5A</vt:lpwstr>
  </property>
</Properties>
</file>